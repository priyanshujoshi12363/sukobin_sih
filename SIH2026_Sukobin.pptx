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01000" y="0"/>
            <a:ext cx="4206240" cy="6858000"/>
          </a:xfrm>
          <a:prstGeom prst="rect">
            <a:avLst/>
          </a:prstGeom>
          <a:solidFill>
            <a:srgbClr val="102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7DAA90"/>
                </a:solidFill>
                <a:latin typeface="Segoe UI"/>
              </a:rP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0" b="1">
                <a:solidFill>
                  <a:srgbClr val="FFFFFF"/>
                </a:solidFill>
                <a:latin typeface="Segoe UI"/>
              </a:rPr>
              <a:t>SUKOBIN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6858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300" b="1">
                <a:solidFill>
                  <a:srgbClr val="D8F3DC"/>
                </a:solidFill>
                <a:latin typeface="Segoe UI"/>
              </a:rPr>
              <a:t>AI-Enabled Logistics Accessibility Intelligence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300" b="1">
                <a:solidFill>
                  <a:srgbClr val="D8F3DC"/>
                </a:solidFill>
                <a:latin typeface="Segoe UI"/>
              </a:rPr>
              <a:t>Platform for the North Eastern Region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703320"/>
            <a:ext cx="640080" cy="3810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023360"/>
            <a:ext cx="6675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9EC9AB"/>
                </a:solidFill>
                <a:latin typeface="Segoe UI"/>
              </a:rPr>
              <a:t>The vehicles already making the journey carry the cargo —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9EC9AB"/>
                </a:solidFill>
                <a:latin typeface="Segoe UI"/>
              </a:rPr>
              <a:t>and because they never stop moving, they are also the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sensor network that measures whether the road is passable.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715000"/>
            <a:ext cx="6675120" cy="127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943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D8F3DC"/>
                </a:solidFill>
                <a:latin typeface="Segoe U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24535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DAA90"/>
                </a:solidFill>
                <a:latin typeface="Segoe UI"/>
              </a:rPr>
              <a:t>segments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943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D8F3DC"/>
                </a:solidFill>
                <a:latin typeface="Segoe UI"/>
              </a:rPr>
              <a:t>3,567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624535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DAA90"/>
                </a:solidFill>
                <a:latin typeface="Segoe UI"/>
              </a:rPr>
              <a:t>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5943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D8F3DC"/>
                </a:solidFill>
                <a:latin typeface="Segoe UI"/>
              </a:rPr>
              <a:t>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624535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DAA90"/>
                </a:solidFill>
                <a:latin typeface="Segoe UI"/>
              </a:rPr>
              <a:t>districts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943600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D8F3DC"/>
                </a:solidFill>
                <a:latin typeface="Segoe UI"/>
              </a:rPr>
              <a:t>4 + 1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6245352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7DAA90"/>
                </a:solidFill>
                <a:latin typeface="Segoe UI"/>
              </a:rPr>
              <a:t>apps +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234440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7DAA90"/>
                </a:solidFill>
                <a:latin typeface="Segoe UI"/>
              </a:rPr>
              <a:t>PROBLEM STATEMENT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47218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SIH2026 — MDoNER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1956816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7DAA90"/>
                </a:solidFill>
                <a:latin typeface="Segoe UI"/>
              </a:rPr>
              <a:t>ORGANISATION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1945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Ministry of Development of the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441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North Eastern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926080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7DAA90"/>
                </a:solidFill>
                <a:latin typeface="Segoe UI"/>
              </a:rPr>
              <a:t>THEME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16382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Transportation &amp; Logistics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3648456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7DAA90"/>
                </a:solidFill>
                <a:latin typeface="Segoe UI"/>
              </a:rPr>
              <a:t>CATEGORY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8862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Software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370832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7DAA90"/>
                </a:solidFill>
                <a:latin typeface="Segoe UI"/>
              </a:rPr>
              <a:t>TEAM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60857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&lt; your team name 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093208"/>
            <a:ext cx="3291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7DAA90"/>
                </a:solidFill>
                <a:latin typeface="Segoe UI"/>
              </a:rPr>
              <a:t>TEAM 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330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&lt; your team id 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7DAA90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"/>
            <a:ext cx="8503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Proposed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576072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EC9AB"/>
                </a:solidFill>
                <a:latin typeface="Segoe UI"/>
              </a:rPr>
              <a:t>One platform that moves essential goods and measures the roads at the same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329184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D8F3DC"/>
                </a:solidFill>
                <a:latin typeface="Segoe UI"/>
              </a:rPr>
              <a:t>SUKOBIN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3611880" cy="19664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50800" cy="196646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399032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The problem, precisely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19580"/>
            <a:ext cx="3227832" cy="1545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NER districts lose road access to landslides,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floods and snow.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Medicines and food are delayed, and nobody has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a live picture of which roads are open.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A dedicated courier fleet is uneconomical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here, so one was never built.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261872"/>
            <a:ext cx="3611880" cy="196646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261872"/>
            <a:ext cx="50800" cy="1966468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399032"/>
            <a:ext cx="3227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The 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1719580"/>
            <a:ext cx="3227832" cy="1545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There is no fleet. Use the vehicles already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travelling.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A tourist, commuter or taxi driver enters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their number plate and route.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The app shows only the parcels riding that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exact road, forward-facing, within capacity.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261872"/>
            <a:ext cx="3657600" cy="173939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1261872"/>
            <a:ext cx="50800" cy="173939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399032"/>
            <a:ext cx="32735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The insight that answers the 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1719580"/>
            <a:ext cx="3273552" cy="1318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Those carriers stream GPS, so they do not only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move cargo. They measure the road.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When vehicles that normally clear a ghat at 30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km/h all drop to 4, the system knows it is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000" b="0">
                <a:solidFill>
                  <a:srgbClr val="6B7280"/>
                </a:solidFill>
                <a:latin typeface="Segoe UI"/>
              </a:rPr>
              <a:t>   failing.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92932"/>
            <a:ext cx="11283696" cy="1078992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530092"/>
            <a:ext cx="10698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7DAA90"/>
                </a:solidFill>
                <a:latin typeface="Segoe UI"/>
              </a:rPr>
              <a:t>WHAT IS NEW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80441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Segoe UI"/>
              </a:rPr>
              <a:t>Every other platform learns a road is blocked when somebody reports it.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1">
                <a:solidFill>
                  <a:srgbClr val="D8F3DC"/>
                </a:solidFill>
                <a:latin typeface="Segoe UI"/>
              </a:rPr>
              <a:t>Ours notices when six vehicles slow to a crawl — and it notices because those same vehicles are already carrying the medicines.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7309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Segoe UI"/>
              </a:rPr>
              <a:t>HOW IT ADDRESSES THE PROBLEM STATEMENT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9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a  Accessibility monitoring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49839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Segment-level live status from carrier GPS and officer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reports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9839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b  Disruption prediction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9839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Risk per segment from rainfall, terrain and past incidents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4411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c  Alternate routes and delay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60320" y="54411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Alternates evaluated, blocked corridors refused, delay per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segment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4411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d  GPS tracking of essentials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54411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Every consignment rides in a verified, position-streaming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vehicle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983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e  Automated alerts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0320" y="58983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Blocked roads, risky corridors and delayed consignments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pushed 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58983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f  Field reporting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58983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Geo-tagged photo reports; AI reads free text in local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languages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3555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g  Central dashboards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63555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District connectivity, bottlenecks, emergency and supply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views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6355588"/>
            <a:ext cx="2057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h  Multilingual and offline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6355588"/>
            <a:ext cx="36118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Reports queue offline and sync later; alerts in regional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languages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7DAA90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"/>
            <a:ext cx="8503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Technical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576072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EC9AB"/>
                </a:solidFill>
                <a:latin typeface="Segoe UI"/>
              </a:rPr>
              <a:t>Two independent evidence sources decide whether a road is passable — neither can act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329184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D8F3DC"/>
                </a:solidFill>
                <a:latin typeface="Segoe UI"/>
              </a:rPr>
              <a:t>SUKOBIN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6995160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6492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Segoe UI"/>
              </a:rPr>
              <a:t>THE SENSING LOOP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783080"/>
            <a:ext cx="2880360" cy="640080"/>
          </a:xfrm>
          <a:prstGeom prst="rect">
            <a:avLst/>
          </a:prstGeom>
          <a:solidFill>
            <a:srgbClr val="D8F3DC"/>
          </a:solidFill>
          <a:ln w="12700">
            <a:solidFill>
              <a:srgbClr val="0C83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83664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>
                <a:solidFill>
                  <a:srgbClr val="1A3D2B"/>
                </a:solidFill>
                <a:latin typeface="Segoe UI"/>
              </a:rPr>
              <a:t>Carrier vehicles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GPS every ~15 s while on a trip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1783080"/>
            <a:ext cx="2880360" cy="640080"/>
          </a:xfrm>
          <a:prstGeom prst="rect">
            <a:avLst/>
          </a:prstGeom>
          <a:solidFill>
            <a:srgbClr val="D8F3DC"/>
          </a:solidFill>
          <a:ln w="12700">
            <a:solidFill>
              <a:srgbClr val="0C83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1883664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>
                <a:solidFill>
                  <a:srgbClr val="1A3D2B"/>
                </a:solidFill>
                <a:latin typeface="Segoe UI"/>
              </a:rPr>
              <a:t>Field officers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Geo-tagged photo + 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697480"/>
            <a:ext cx="2880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798064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F2937"/>
                </a:solidFill>
                <a:latin typeface="Segoe UI"/>
              </a:rPr>
              <a:t>Map-match to segment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Rolling median speed against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the road's own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2697480"/>
            <a:ext cx="288036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2798064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>
                <a:solidFill>
                  <a:srgbClr val="1F2937"/>
                </a:solidFill>
                <a:latin typeface="Segoe UI"/>
              </a:rPr>
              <a:t>AI reads the report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Local-language text becomes type,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Segoe UI"/>
              </a:rPr>
              <a:t>severity, blocks traffic, clearance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2848" y="2459736"/>
            <a:ext cx="31750" cy="182880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2848" y="3557016"/>
            <a:ext cx="31750" cy="164592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0136" y="2459736"/>
            <a:ext cx="31750" cy="182880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0136" y="3557016"/>
            <a:ext cx="31750" cy="164592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739896"/>
            <a:ext cx="6327648" cy="658368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048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Status resolver — confidence-weighted vote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Field report and probe evidence ranked, corroborated and capped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13632" y="4434840"/>
            <a:ext cx="31750" cy="164592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7240" y="4636008"/>
            <a:ext cx="1965960" cy="502920"/>
          </a:xfrm>
          <a:prstGeom prst="rect">
            <a:avLst/>
          </a:prstGeom>
          <a:solidFill>
            <a:srgbClr val="D8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709160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Route matching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Segoe UI"/>
              </a:rPr>
              <a:t>blocked corridors refused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4636008"/>
            <a:ext cx="1965960" cy="502920"/>
          </a:xfrm>
          <a:prstGeom prst="rect">
            <a:avLst/>
          </a:prstGeom>
          <a:solidFill>
            <a:srgbClr val="D8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44952" y="4709160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Dashboard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Segoe UI"/>
              </a:rPr>
              <a:t>district colours, bottlenecks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4636008"/>
            <a:ext cx="1965960" cy="502920"/>
          </a:xfrm>
          <a:prstGeom prst="rect">
            <a:avLst/>
          </a:prstGeom>
          <a:solidFill>
            <a:srgbClr val="D8F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93792" y="4709160"/>
            <a:ext cx="1783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1">
                <a:solidFill>
                  <a:srgbClr val="1A3D2B"/>
                </a:solidFill>
                <a:latin typeface="Segoe UI"/>
              </a:rPr>
              <a:t>Alerts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Segoe UI"/>
              </a:rPr>
              <a:t>carriers, officers, citizens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1261872"/>
            <a:ext cx="4059936" cy="212740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80960" y="1261872"/>
            <a:ext cx="50800" cy="212740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82128" y="1399032"/>
            <a:ext cx="3675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Guards that keep it honest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82128" y="1719580"/>
            <a:ext cx="3675888" cy="1706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One vehicle cannot close a road: two distinct vehicles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and four samples minimum.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GPS fixes worse than 120 m accuracy are discarded.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A weather forecast predicts risk; it never asserts that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a road is currently shut.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An unverified report is capped at RESTRICTED until a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human verifies it or probe data agrees.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80960" y="3535578"/>
            <a:ext cx="4059936" cy="321553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80960" y="3535578"/>
            <a:ext cx="50800" cy="3215538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82128" y="3672738"/>
            <a:ext cx="3675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Stack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8" y="3993286"/>
            <a:ext cx="3675888" cy="2794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Android — Kotlin and XML, four native apps on one shared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core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Backend — Node.js, Express, MongoDB with 2dsphere geo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queries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Routing — OSRM road polylines, alternates, corridor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matching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Weather — Open-Meteo hourly rainfall, snowfall,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temperature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AI — report classification with a deterministic keyword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fallback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Dashboard — React and MapLibre GIS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Push — Firebase Cloud Messaging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440680"/>
            <a:ext cx="69951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559552"/>
            <a:ext cx="6492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Segoe UI"/>
              </a:rPr>
              <a:t>THE MATCHING RULE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815584"/>
            <a:ext cx="6537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Segoe UI"/>
              </a:rPr>
              <a:t>Pickup and drop must both lie inside the corridor of the driver's real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>
                <a:solidFill>
                  <a:srgbClr val="1F2937"/>
                </a:solidFill>
                <a:latin typeface="Segoe UI"/>
              </a:rPr>
              <a:t>road polyline, forward-facing, with no blocked segment on the 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7DAA90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"/>
            <a:ext cx="8503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Feasibility &amp; Viability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576072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EC9AB"/>
                </a:solidFill>
                <a:latin typeface="Segoe UI"/>
              </a:rPr>
              <a:t>Built and running on live data, with the hard objections answered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329184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D8F3DC"/>
                </a:solidFill>
                <a:latin typeface="Segoe UI"/>
              </a:rPr>
              <a:t>SUKOBIN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11283696" cy="128016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99032"/>
            <a:ext cx="10698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7DAA90"/>
                </a:solidFill>
                <a:latin typeface="Segoe UI"/>
              </a:rPr>
              <a:t>ALREADY BUILT AND RUNNING ON LIVE DATA — NOT A MOCK-UP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5798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EC9AB"/>
                </a:solidFill>
                <a:latin typeface="Segoe UI"/>
              </a:rPr>
              <a:t>road segments modelled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173736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3,567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15798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EC9AB"/>
                </a:solidFill>
                <a:latin typeface="Segoe UI"/>
              </a:rPr>
              <a:t>on real road geometry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173736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15798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EC9AB"/>
                </a:solidFill>
                <a:latin typeface="Segoe UI"/>
              </a:rPr>
              <a:t>NER districts covered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73736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15798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EC9AB"/>
                </a:solidFill>
                <a:latin typeface="Segoe UI"/>
              </a:rPr>
              <a:t>supply chokepoints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173736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4 + 1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157984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9EC9AB"/>
                </a:solidFill>
                <a:latin typeface="Segoe UI"/>
              </a:rPr>
              <a:t>native apps +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43200"/>
            <a:ext cx="5577840" cy="212740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743200"/>
            <a:ext cx="50800" cy="2127402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880360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Verified behaviour, on real inputs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200908"/>
            <a:ext cx="5193792" cy="1706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Risk model flagged Dimapur–Kohima SEVERE from 161 mm of actual recorded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rainfall, a lifeline route for Manipur.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Probe sensing graded a corridor OPEN, SLOW, RESTRICTED then BLOCKED as vehicle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speeds fell.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AI classified 8 of 8 messy Hinglish field reports correctly, extracting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clearance time and which vehicles can still pass.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The planner refused Dimapur to Imphal while NH-2 was cut.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63056" y="2743200"/>
            <a:ext cx="5577840" cy="16921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63056" y="2743200"/>
            <a:ext cx="50800" cy="169214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64224" y="2880360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Challenges and how they are handled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4224" y="3200908"/>
            <a:ext cx="5193792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Trust — would you give medicines to a tourist? Tiered carriers: an open tier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for commercial parcels, a trusted tier for essential cargo.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Thin traffic on remote spurs — relay handoff at hubs, so a parcel changes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carrier instead of waiting.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No signal in the hills — offline queue that syncs on return.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6906"/>
            <a:ext cx="11283696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5154066"/>
            <a:ext cx="10698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Segoe UI"/>
              </a:rPr>
              <a:t>WHY IT SUSTAINS ITSELF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5446674"/>
            <a:ext cx="2606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3D2B"/>
                </a:solidFill>
                <a:latin typeface="Segoe UI"/>
              </a:rPr>
              <a:t>Zero fleet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5720994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No vehicles to buy and no drivers to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employ. Capacity already exists on the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road.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02152" y="5446674"/>
            <a:ext cx="2606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3D2B"/>
                </a:solidFill>
                <a:latin typeface="Segoe UI"/>
              </a:rPr>
              <a:t>Marginal delivery 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2152" y="5720994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The journey happens regardless; the only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real cost is the driver's small detour.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91072" y="5446674"/>
            <a:ext cx="2606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3D2B"/>
                </a:solidFill>
                <a:latin typeface="Segoe UI"/>
              </a:rPr>
              <a:t>Data costs nothing extra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1072" y="5720994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The accessibility feed is a by-product of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deliveries, so monitoring gets cheaper as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usage grows.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79992" y="5446674"/>
            <a:ext cx="2606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3D2B"/>
                </a:solidFill>
                <a:latin typeface="Segoe UI"/>
              </a:rPr>
              <a:t>Government-ready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9992" y="5720994"/>
            <a:ext cx="2606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Cloud infrastructure, weather and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transport API integration, district-level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dashboards.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7DAA90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"/>
            <a:ext cx="8503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Impact &amp;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576072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EC9AB"/>
                </a:solidFill>
                <a:latin typeface="Segoe UI"/>
              </a:rPr>
              <a:t>What changes for a district officer, a family in a remote block, and a person with a 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329184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D8F3DC"/>
                </a:solidFill>
                <a:latin typeface="Segoe UI"/>
              </a:rPr>
              <a:t>SUKOBIN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11283696" cy="1572768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99032"/>
            <a:ext cx="106984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7DAA90"/>
                </a:solidFill>
                <a:latin typeface="Segoe UI"/>
              </a:rPr>
              <a:t>WHAT THE PLATFORM DOES WHEN A ROAD CLOSES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373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A261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764792"/>
            <a:ext cx="1536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Rain rises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21408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Risk on the ghat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13432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turns severe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32304" y="1810512"/>
            <a:ext cx="25400" cy="5029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17373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A261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764792"/>
            <a:ext cx="1536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Officer reports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8608" y="2121408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Photo and text, filed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8608" y="2313432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offline at the site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9392" y="1810512"/>
            <a:ext cx="25400" cy="5029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17373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A261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1764792"/>
            <a:ext cx="1536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AI reads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2121408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Landslide, critical,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2313432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road fully blocked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810512"/>
            <a:ext cx="25400" cy="5029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17373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A261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1764792"/>
            <a:ext cx="1536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Verified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2121408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Senior officer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2313432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confirms in minutes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73568" y="1810512"/>
            <a:ext cx="25400" cy="5029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17373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A261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5904" y="1764792"/>
            <a:ext cx="1536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Road marked shut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2121408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Probe data agrees: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2" y="2313432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no vehicle moving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0656" y="1810512"/>
            <a:ext cx="25400" cy="5029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66960" y="17373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4A261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1764792"/>
            <a:ext cx="1536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Segoe UI"/>
              </a:rPr>
              <a:t>System reacts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121408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Carriers rerouted,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313432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>
                <a:solidFill>
                  <a:srgbClr val="9EC9AB"/>
                </a:solidFill>
                <a:latin typeface="Segoe UI"/>
              </a:rPr>
              <a:t>district flagged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17520"/>
            <a:ext cx="272491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17520"/>
            <a:ext cx="50800" cy="1874519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3154680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Social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3475228"/>
            <a:ext cx="2340864" cy="143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Medicines and food reach blocks that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couriers do not serve.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Emergency response gets a live map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instead of phone calls.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Alerts arrive in the language the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recipient reads.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19272" y="3017520"/>
            <a:ext cx="272491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319272" y="3017520"/>
            <a:ext cx="50800" cy="1874519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0440" y="3154680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Economic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3475228"/>
            <a:ext cx="2340864" cy="143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Travellers earn on a journey they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already make.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Hill shopkeepers reach customers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beyond their valley.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Districts avoid the cost of stock-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outs and stranded goods.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1344" y="3017520"/>
            <a:ext cx="272491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1344" y="3017520"/>
            <a:ext cx="50800" cy="1874519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82512" y="3154680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Environmental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3475228"/>
            <a:ext cx="2340864" cy="143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No new fleet, so no additional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vehicles on the road.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Deliveries ride in vehicles already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making the trip.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Fewer empty return legs across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mountain corridors.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43416" y="3017520"/>
            <a:ext cx="272491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043416" y="3017520"/>
            <a:ext cx="50800" cy="1874519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44584" y="3154680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Governance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44584" y="3475228"/>
            <a:ext cx="2340864" cy="14319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One accessibility picture across all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NER districts.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Field reports become structured,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auditable records.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Disruption is predicted, not recorded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   after the fact.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074920"/>
            <a:ext cx="11283696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C83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2578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>
                <a:solidFill>
                  <a:srgbClr val="1A3D2B"/>
                </a:solidFill>
                <a:latin typeface="Segoe UI"/>
              </a:rPr>
              <a:t>Sukobin turns every journey already being made into delivery capacity — and every carrier into a road sensor.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The network that carries the medicines is the same network that tells the government whether the road is open.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7DAA90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"/>
            <a:ext cx="8503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Research &amp;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576072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EC9AB"/>
                </a:solidFill>
                <a:latin typeface="Segoe UI"/>
              </a:rPr>
              <a:t>Sources, data providers and the corridors the system is modelled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329184"/>
            <a:ext cx="1691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D8F3DC"/>
                </a:solidFill>
                <a:latin typeface="Segoe UI"/>
              </a:rPr>
              <a:t>SUKOBIN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557784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61872"/>
            <a:ext cx="50800" cy="2084831"/>
          </a:xfrm>
          <a:prstGeom prst="rect">
            <a:avLst/>
          </a:prstGeom>
          <a:solidFill>
            <a:srgbClr val="0C8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399032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Data sources and APIs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19580"/>
            <a:ext cx="5193792" cy="1706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OSRM — road network routing and alternate paths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Open-Meteo — hourly rainfall, snowfall, temperature and elevation, no key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required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OpenStreetMap and Esri — base cartography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Vahan — vehicle registration verification for carriers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Firebase Cloud Messaging — multilingual push delivery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MongoDB 2dsphere — geospatial corridor queries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61872"/>
            <a:ext cx="557784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63056" y="1261872"/>
            <a:ext cx="50800" cy="2084831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399032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NER corridors modelled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1719580"/>
            <a:ext cx="5193792" cy="17062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NH-10 Siliguri–Gangtok — Sikkim's lifeline, Teesta slides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NH-2 Dimapur–Kohima–Imphal — Manipur's main supply line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NH-6 Shillong–Jowai–Silchar — cuts off the Barak Valley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NH-27 Siliguri–Guwahati — the Siliguri Corridor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NH-13 Tezpur–Sela Pass–Tawang — snow closure Dec to Mar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NH-306 Silchar–Aizawl — Mizoram's only all-weather road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Plus NH-8, NH-715, NH-37, NH-127B, NH-29 — twelve in total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93008"/>
            <a:ext cx="55778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493008"/>
            <a:ext cx="50800" cy="178308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630168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Problem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950716"/>
            <a:ext cx="5193792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MDoNER — North East vision and infrastructure programmes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NHIDCL and BRO — highway and border road status in NER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NDMA — landslide and flood hazard guidance for the region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IMD — rainfall thresholds behind slope-failure reasoning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PMGSY — rural road connectivity for last-mile blocks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63056" y="3493008"/>
            <a:ext cx="55778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63056" y="3493008"/>
            <a:ext cx="50800" cy="17830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3630168"/>
            <a:ext cx="5193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A3D2B"/>
                </a:solidFill>
                <a:latin typeface="Segoe UI"/>
              </a:rPr>
              <a:t>Technical foundations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3950716"/>
            <a:ext cx="5193792" cy="14886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Probe-vehicle traffic estimation — inferring road condition from vehicle speed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traces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Rainfall-threshold landslide models — antecedent rainfall as the dominant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   trigger on steep slopes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Crowdsourced logistics — capacity sharing on existing trips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950" b="0">
                <a:solidFill>
                  <a:srgbClr val="6B7280"/>
                </a:solidFill>
                <a:latin typeface="Segoe UI"/>
              </a:rPr>
              <a:t>Idempotent offline sync — client-generated keys for safe replay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04688"/>
            <a:ext cx="11283696" cy="731520"/>
          </a:xfrm>
          <a:prstGeom prst="rect">
            <a:avLst/>
          </a:prstGeom>
          <a:solidFill>
            <a:srgbClr val="1A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687568"/>
            <a:ext cx="10698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D8F3DC"/>
                </a:solidFill>
                <a:latin typeface="Segoe UI"/>
              </a:rPr>
              <a:t>Working code, live data, and a demo that runs end to end — repository and builds available on request.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